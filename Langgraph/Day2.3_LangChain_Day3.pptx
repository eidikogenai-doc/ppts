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Systems &amp;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Stateful AI Applications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Systems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Retention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AI Interactions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AI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Memory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AI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Retention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Conversations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Continuity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User Interactions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Memory Basics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Retention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Memory Handling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Continuity Management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Compression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Summary-based Memory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Compression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Context Extraction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Token Usage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Conversation Handling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Memory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Intelligence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Tracking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Information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Personalization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Mapping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Entity Updates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User Understanding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Storage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Conversation Access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Retention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AI Learning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AI Architectures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Memory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Memory Integration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Storage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Basics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Memory Retrieval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Memory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AI Applications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Systems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Interactions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Conversation 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Integration Lab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Testing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Memory Experiments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Memory Setup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Retention Testing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Workflow Practice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AI Memory Chatbot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Conversations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Responses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Interaction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Integration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Development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Chatbot Design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2026-05-27T10:38:48Z</dcterms:created>
  <dcterms:modified xsi:type="dcterms:W3CDTF">2026-05-27T10:38:48Z</dcterms:modified>
</cp:coreProperties>
</file>