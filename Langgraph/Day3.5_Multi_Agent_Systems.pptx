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Collaborative AI Agent Architectures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1A2E45"/>
          </a:solidFill>
          <a:ln w="19050">
            <a:solidFill>
              <a:srgbClr val="00C2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7432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Workflows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2743200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1A2E45"/>
          </a:solidFill>
          <a:ln w="19050">
            <a:solidFill>
              <a:srgbClr val="00C2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27432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Collaboration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1A2E45"/>
          </a:solidFill>
          <a:ln w="1905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4290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Systems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3429000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1A2E45"/>
          </a:solidFill>
          <a:ln w="19050">
            <a:solidFill>
              <a:srgbClr val="00C2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34290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Task Distribution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9144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09728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Multi-Agent Systems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109728" cy="10515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3444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Multi-Agent Systems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00600" y="123444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234440"/>
            <a:ext cx="109728" cy="10515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01768" y="123444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AI Agents Working Together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46888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468880"/>
            <a:ext cx="109728" cy="10515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46888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Intelligence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00600" y="246888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2468880"/>
            <a:ext cx="109728" cy="10515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01768" y="246888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AI Architectures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370332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703320"/>
            <a:ext cx="109728" cy="10515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70332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Task Handling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00600" y="370332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3703320"/>
            <a:ext cx="109728" cy="10515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01768" y="370332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Coordination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9144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09728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Agent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109728" cy="10515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3444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Coordination Agent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00600" y="123444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234440"/>
            <a:ext cx="109728" cy="10515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01768" y="123444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Distribution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46888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468880"/>
            <a:ext cx="109728" cy="10515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46888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Supervision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00600" y="246888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2468880"/>
            <a:ext cx="109728" cy="10515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01768" y="246888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Management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370332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703320"/>
            <a:ext cx="109728" cy="10515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70332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Communication Control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00600" y="370332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3703320"/>
            <a:ext cx="109728" cy="10515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01768" y="370332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Monitoring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9144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09728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 Agent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109728" cy="10515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3444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Gathering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00600" y="123444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234440"/>
            <a:ext cx="109728" cy="10515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01768" y="123444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Retrieval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46888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468880"/>
            <a:ext cx="109728" cy="10515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46888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Exploration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00600" y="246888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2468880"/>
            <a:ext cx="109728" cy="10515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01768" y="246888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Research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370332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703320"/>
            <a:ext cx="109728" cy="10515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70332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Collection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00600" y="370332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3703320"/>
            <a:ext cx="109728" cy="10515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01768" y="370332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Data Analysis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9144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09728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Summarizer Agent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109728" cy="10515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3444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Summarization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00600" y="123444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234440"/>
            <a:ext cx="109728" cy="10515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01768" y="123444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Extraction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46888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468880"/>
            <a:ext cx="109728" cy="10515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46888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00600" y="246888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2468880"/>
            <a:ext cx="109728" cy="10515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01768" y="246888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Compression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370332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703320"/>
            <a:ext cx="109728" cy="10515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70332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Creation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00600" y="370332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3703320"/>
            <a:ext cx="109728" cy="10515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01768" y="370332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Summaries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9144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09728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Systems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109728" cy="10515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3444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Agent-to-Agent Communication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00600" y="123444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234440"/>
            <a:ext cx="109728" cy="10515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01768" y="123444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Workflow State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46888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468880"/>
            <a:ext cx="109728" cy="10515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46888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Task Execution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00600" y="246888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2468880"/>
            <a:ext cx="109728" cy="10515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01768" y="246888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Decision Making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370332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703320"/>
            <a:ext cx="109728" cy="10515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70332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Synchronization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00600" y="370332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3703320"/>
            <a:ext cx="109728" cy="10515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01768" y="370332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Team-based AI Architectures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9144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09728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Routing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109728" cy="10515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3444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Task Routing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00600" y="123444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234440"/>
            <a:ext cx="109728" cy="10515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01768" y="123444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Agent Selection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46888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468880"/>
            <a:ext cx="109728" cy="10515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46888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Workflow Routing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00600" y="246888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2468880"/>
            <a:ext cx="109728" cy="10515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01768" y="246888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Execution Paths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370332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703320"/>
            <a:ext cx="109728" cy="10515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70332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Task Allocation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00600" y="370332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3703320"/>
            <a:ext cx="109728" cy="10515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01768" y="370332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AI Coordination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9144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09728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Systems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109728" cy="10515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3444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Goal-based Planning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00600" y="123444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234440"/>
            <a:ext cx="109728" cy="10515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01768" y="123444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Task Execution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46888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468880"/>
            <a:ext cx="109728" cy="10515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46888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Scheduling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00600" y="246888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2468880"/>
            <a:ext cx="109728" cy="10515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01768" y="246888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Decision Making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370332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703320"/>
            <a:ext cx="109728" cy="10515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70332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Planning Logic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00600" y="370332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3703320"/>
            <a:ext cx="109728" cy="10515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01768" y="370332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Orchestration Systems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9144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09728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Labs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Activities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691640"/>
            <a:ext cx="10972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69164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+ Sub-agent Wiring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800600" y="1691640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691640"/>
            <a:ext cx="10972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01768" y="169164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Logic Testing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65760" y="2743200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43200"/>
            <a:ext cx="10972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74320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Coordination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800600" y="2743200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2743200"/>
            <a:ext cx="10972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01768" y="274320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State Experiments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65760" y="3794760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794760"/>
            <a:ext cx="10972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79476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Communication Practice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800600" y="3794760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3794760"/>
            <a:ext cx="10972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01768" y="379476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Optimization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18288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89611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Research Assistant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402336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4023360" cy="566928"/>
          </a:xfrm>
          <a:prstGeom prst="rect">
            <a:avLst/>
          </a:prstGeom>
          <a:solidFill>
            <a:srgbClr val="1A2E45"/>
          </a:solidFill>
          <a:ln w="9525">
            <a:solidFill>
              <a:srgbClr val="00C2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2024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Manager-controlled Workflow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578608"/>
            <a:ext cx="4023360" cy="566928"/>
          </a:xfrm>
          <a:prstGeom prst="rect">
            <a:avLst/>
          </a:prstGeom>
          <a:solidFill>
            <a:srgbClr val="1A2E45"/>
          </a:solidFill>
          <a:ln w="9525">
            <a:solidFill>
              <a:srgbClr val="00C2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578608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+ Summarization Agents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236976"/>
            <a:ext cx="4023360" cy="566928"/>
          </a:xfrm>
          <a:prstGeom prst="rect">
            <a:avLst/>
          </a:prstGeom>
          <a:solidFill>
            <a:srgbClr val="1A2E45"/>
          </a:solidFill>
          <a:ln w="9525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236976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Task Routing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895344"/>
            <a:ext cx="4023360" cy="566928"/>
          </a:xfrm>
          <a:prstGeom prst="rect">
            <a:avLst/>
          </a:prstGeom>
          <a:solidFill>
            <a:srgbClr val="1A2E45"/>
          </a:solidFill>
          <a:ln w="9525">
            <a:solidFill>
              <a:srgbClr val="00C2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895344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AI Processing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1463040"/>
            <a:ext cx="402336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4630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GAINED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1920240"/>
            <a:ext cx="4023360" cy="566928"/>
          </a:xfrm>
          <a:prstGeom prst="rect">
            <a:avLst/>
          </a:prstGeom>
          <a:solidFill>
            <a:srgbClr val="1A2E45"/>
          </a:solidFill>
          <a:ln w="9525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92024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Architecture Design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2578608"/>
            <a:ext cx="4023360" cy="566928"/>
          </a:xfrm>
          <a:prstGeom prst="rect">
            <a:avLst/>
          </a:prstGeom>
          <a:solidFill>
            <a:srgbClr val="1A2E45"/>
          </a:solidFill>
          <a:ln w="9525">
            <a:solidFill>
              <a:srgbClr val="00C2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578608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Agent Orchestration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3236976"/>
            <a:ext cx="4023360" cy="566928"/>
          </a:xfrm>
          <a:prstGeom prst="rect">
            <a:avLst/>
          </a:prstGeom>
          <a:solidFill>
            <a:srgbClr val="1A2E45"/>
          </a:solidFill>
          <a:ln w="9525">
            <a:solidFill>
              <a:srgbClr val="00C2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3236976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AI Workflow Development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Future of Collaborative AI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Multi-Agent Systems</dc:title>
  <dc:subject>PptxGenJS Presentation</dc:subject>
  <dc:creator>PptxGenJS</dc:creator>
  <cp:lastModifiedBy>PptxGenJS</cp:lastModifiedBy>
  <cp:revision>1</cp:revision>
  <dcterms:created xsi:type="dcterms:W3CDTF">2026-05-28T05:40:27Z</dcterms:created>
  <dcterms:modified xsi:type="dcterms:W3CDTF">2026-05-28T05:40:27Z</dcterms:modified>
</cp:coreProperties>
</file>