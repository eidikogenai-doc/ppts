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21945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26080"/>
            <a:ext cx="10972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16459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2194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</a:rPr>
              <a:t>DAY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749808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Streaming &amp;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Parallel Execution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" y="267004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A5E9"/>
                </a:solidFill>
              </a:rPr>
              <a:t>Building High-performance AI Workflows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618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Streaming 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55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618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Parallel Execution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4597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618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4597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Real-time AI Systems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618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1638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Scalable LangGraph Architectures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30A12"/>
          </a:solidFill>
          <a:ln w="12700">
            <a:solidFill>
              <a:srgbClr val="030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 | Day 4 — Streaming &amp; Parallel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Streaming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2/10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is Streaming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 Workflow Execution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Incremental Response Generation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Live Data Processing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Interactive AI Systems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Low-latency AI Applications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graph.stream()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3/10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2743200"/>
          </a:xfrm>
          <a:prstGeom prst="rect">
            <a:avLst/>
          </a:prstGeom>
          <a:solidFill>
            <a:srgbClr val="0618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graph.stream(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input_state,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config={"recursion_limit": 10}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Streams each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output in real-time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 workflow runs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Introduction to graph.stream()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44752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44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Streaming Workflow Outputs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883664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83664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883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Real-time State Updates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22576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22576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322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Incremental Execution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61488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61488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761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Live Workflow Monitoring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0400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Dynamic Response Handling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Token Streaming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4/10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Token-by-token Generation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 LLM Responses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Faster User Experience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Interactive AI Conversations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Streaming Language Models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Live Response Rendering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Node Streaming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5/10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Output 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21408" y="1481328"/>
            <a:ext cx="786384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051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51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Output 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81328"/>
            <a:ext cx="786384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51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51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Output 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0528" y="1481328"/>
            <a:ext cx="786384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0515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6827A"/>
          </a:solidFill>
          <a:ln w="12700">
            <a:solidFill>
              <a:srgbClr val="0682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051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Output 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0848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← real-time stream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51460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514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Streaming Between Nodes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51460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514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Incremental Node Outputs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355848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355848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35584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Real-time Workflow Progress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355848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355848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35584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Node Execution Tracking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4197096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197096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419709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Dynamic Data Flow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4197096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4197096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419709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Workflow Transparency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Fan-out &amp; Fan-in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6/10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64208" y="2167128"/>
            <a:ext cx="11704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11887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188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1499616"/>
            <a:ext cx="9144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2167128"/>
            <a:ext cx="11704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52928" y="19202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5696" y="2231136"/>
            <a:ext cx="9144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4208" y="2167128"/>
            <a:ext cx="11704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2928" y="265176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6827A"/>
          </a:solidFill>
          <a:ln w="12700">
            <a:solidFill>
              <a:srgbClr val="0682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26517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25696" y="2962656"/>
            <a:ext cx="9144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8384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Merge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48272" y="2167128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828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</a:rPr>
              <a:t>FAN-OUT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A580C"/>
                </a:solidFill>
              </a:rPr>
              <a:t>FAN-IN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49040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7490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Parallel Node Distribution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749040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7490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Concurrent Task Execution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407408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4074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Multi-branch Workflows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4407408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4407408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44074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Result Aggregation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5065776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065776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50657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Coordinated Workflow Processing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5065776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5065776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50657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Scalable AI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Parallel Execution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7/10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is Parallel Execution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Concurrent Workflow Processing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Faster AI Computation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Independent Task Handling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Performance Optimization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High-throughput AI Systems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Parallel Research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8/10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Multi-source Information Gathering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Concurrent Agent Workflows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Distributed Research Tasks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Intelligent Result Merging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 Knowledge Collection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Scalable Research Pipelines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061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Practical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9/10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</a:rPr>
              <a:t>Hands-on Activities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Streaming Graph Lab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916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Fan-out Parallel Nodes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Token Streaming Testing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578608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80720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Parallel Workflow Experiments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Execution Monitoring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694176"/>
            <a:ext cx="4114800" cy="914400"/>
          </a:xfrm>
          <a:prstGeom prst="rect">
            <a:avLst/>
          </a:prstGeom>
          <a:solidFill>
            <a:srgbClr val="06182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922776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11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Performance Optimization Practice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11F"/>
          </a:solidFill>
          <a:ln w="12700">
            <a:solidFill>
              <a:srgbClr val="051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Mini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10/10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Parallel Research Agent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3931920" cy="530352"/>
          </a:xfrm>
          <a:prstGeom prst="rect">
            <a:avLst/>
          </a:prstGeom>
          <a:solidFill>
            <a:srgbClr val="061828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Parallel Task Execution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3931920" cy="530352"/>
          </a:xfrm>
          <a:prstGeom prst="rect">
            <a:avLst/>
          </a:prstGeom>
          <a:solidFill>
            <a:srgbClr val="061828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6974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Streaming Responses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3931920" cy="530352"/>
          </a:xfrm>
          <a:prstGeom prst="rect">
            <a:avLst/>
          </a:prstGeom>
          <a:solidFill>
            <a:srgbClr val="061828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31927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Multi-source Research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3931920" cy="530352"/>
          </a:xfrm>
          <a:prstGeom prst="rect">
            <a:avLst/>
          </a:prstGeom>
          <a:solidFill>
            <a:srgbClr val="061828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941064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039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Workflow Updates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SKILLS GAINED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938528"/>
            <a:ext cx="3931920" cy="530352"/>
          </a:xfrm>
          <a:prstGeom prst="rect">
            <a:avLst/>
          </a:prstGeom>
          <a:solidFill>
            <a:srgbClr val="080C20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075688"/>
            <a:ext cx="256032" cy="25603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Streaming Workflow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560320"/>
            <a:ext cx="3931920" cy="530352"/>
          </a:xfrm>
          <a:prstGeom prst="rect">
            <a:avLst/>
          </a:prstGeom>
          <a:solidFill>
            <a:srgbClr val="080C20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2697480"/>
            <a:ext cx="256032" cy="25603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Parallel AI Execution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182112"/>
            <a:ext cx="3931920" cy="530352"/>
          </a:xfrm>
          <a:prstGeom prst="rect">
            <a:avLst/>
          </a:prstGeom>
          <a:solidFill>
            <a:srgbClr val="080C20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3319272"/>
            <a:ext cx="256032" cy="25603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High-performance LangGraph Systems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111F"/>
          </a:solidFill>
          <a:ln w="12700">
            <a:solidFill>
              <a:srgbClr val="0511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LangGraph | Day 4 — Streaming &amp; Parallel Execution  •  Complete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&amp; Parallel Execution - Day 4</dc:title>
  <dc:subject>PptxGenJS Presentation</dc:subject>
  <dc:creator>PptxGenJS</dc:creator>
  <cp:lastModifiedBy>PptxGenJS</cp:lastModifiedBy>
  <cp:revision>1</cp:revision>
  <dcterms:created xsi:type="dcterms:W3CDTF">2026-05-28T05:34:25Z</dcterms:created>
  <dcterms:modified xsi:type="dcterms:W3CDTF">2026-05-28T05:34:25Z</dcterms:modified>
</cp:coreProperties>
</file>