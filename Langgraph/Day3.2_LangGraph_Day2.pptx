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55F7"/>
                </a:solidFill>
              </a:rPr>
              <a:t>DAY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Conditional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Routing &amp; Loops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20040" y="26974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55F7"/>
                </a:solidFill>
              </a:rPr>
              <a:t>Building Dynamic AI Workflow Systems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0" y="105156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1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Conditional Routing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7556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1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Workflow Loops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45973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1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4597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Retry Mechanisms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163824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1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638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Self-correcting AI Systems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082A"/>
          </a:solidFill>
          <a:ln w="12700">
            <a:solidFill>
              <a:srgbClr val="130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LangGraph | Day 2 — Conditional Routing &amp; Loops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 to Conditional Routing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2/10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is Conditional Routing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Dynamic Workflow Decisions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Intelligent Path Selection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Rule-based Execution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Adaptive AI Systems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Workflow Flexibility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add_conditional_edges()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3/10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2560320"/>
          </a:xfrm>
          <a:prstGeom prst="rect">
            <a:avLst/>
          </a:prstGeom>
          <a:solidFill>
            <a:srgbClr val="1E1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source_node,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routing_function,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'path_a': node_a,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'path_b': node_b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Purpose of Conditional Edges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17320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417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Dynamic Graph Routing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28800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State-based Decisions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40280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Conditional Execution Flow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651760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651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Workflow Branching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063240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063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Smart Path Navigation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Routing Logic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4/10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21408" y="1463040"/>
            <a:ext cx="32918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09728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Condition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41648" y="1463040"/>
            <a:ext cx="32918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09728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54864" cy="1188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0058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005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Path A: Condition Met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Path B: Fallback Route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46888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468880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4688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Decision-making Logic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468880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4688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Condition Evaluation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127248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127248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1272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Input-based Routing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127248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127248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1272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Workflow Transitions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3785616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785616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78561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Adaptive Execution Paths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785616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785616"/>
            <a:ext cx="64008" cy="5303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378561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Intelligent Graph Navigation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Loops in LangGraph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5/10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are Loops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Cyclic Workflow Execution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Repeated Task Processing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Iterative AI Systems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Stateful Loop Handling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Dynamic Workflow Repetition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Retry Mechanisms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6/10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Automatic Retry Logic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Failure Recovery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Error Handling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Retry Conditions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Resilient Workflow Design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Reliable AI Systems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Reflection Systems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7/10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1097280"/>
            <a:ext cx="137160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097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Output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2194560"/>
            <a:ext cx="137160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2194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0" y="3291840"/>
            <a:ext cx="137160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291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Improve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" y="2194560"/>
            <a:ext cx="137160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2194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Reflect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97480" y="1417320"/>
            <a:ext cx="1508760" cy="822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2834640"/>
            <a:ext cx="1508760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" y="2514600"/>
            <a:ext cx="141732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" y="1417320"/>
            <a:ext cx="1417320" cy="822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97280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97280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117043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09728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Self-reflection in 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609344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09344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168249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60934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Output Evaluation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121408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121408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219456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12140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Error Detection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633472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633472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270662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63347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Response Improvement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145536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145536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321868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14553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Self-correcting Workflows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3657600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657600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373075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365760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Intelligent Feedback Loops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Self-correcting AI Workflows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8/10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Reflection + Retry Architecture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Autonomous Error Correction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Quality Validation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AI Decision Optimization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Adaptive Workflow Execution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Reliable Agent Systems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30"/>
          </a:solidFill>
          <a:ln w="12700">
            <a:solidFill>
              <a:srgbClr val="1A0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Practical Labs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9/10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55F7"/>
                </a:solidFill>
              </a:rPr>
              <a:t>Hands-on Activities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14800" cy="914400"/>
          </a:xfrm>
          <a:prstGeom prst="rect">
            <a:avLst/>
          </a:prstGeom>
          <a:solidFill>
            <a:srgbClr val="1A10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36192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Conditional Routing Lab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114800" cy="914400"/>
          </a:xfrm>
          <a:prstGeom prst="rect">
            <a:avLst/>
          </a:prstGeom>
          <a:solidFill>
            <a:srgbClr val="1A103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69164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536192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Loop with Exit Condition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4114800" cy="914400"/>
          </a:xfrm>
          <a:prstGeom prst="rect">
            <a:avLst/>
          </a:prstGeom>
          <a:solidFill>
            <a:srgbClr val="1A10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07208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51760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Retry Workflow Testing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2578608"/>
            <a:ext cx="4114800" cy="914400"/>
          </a:xfrm>
          <a:prstGeom prst="rect">
            <a:avLst/>
          </a:prstGeom>
          <a:solidFill>
            <a:srgbClr val="1A103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2807208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2651760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Reflection System Practice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3694176"/>
            <a:ext cx="4114800" cy="914400"/>
          </a:xfrm>
          <a:prstGeom prst="rect">
            <a:avLst/>
          </a:prstGeom>
          <a:solidFill>
            <a:srgbClr val="1A103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22776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767328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Dynamic Routing Experiments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3694176"/>
            <a:ext cx="4114800" cy="914400"/>
          </a:xfrm>
          <a:prstGeom prst="rect">
            <a:avLst/>
          </a:prstGeom>
          <a:solidFill>
            <a:srgbClr val="1A103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3922776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3767328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Workflow Debugging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Mini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10/10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Self-correcting AI Workflow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931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3931920" cy="530352"/>
          </a:xfrm>
          <a:prstGeom prst="rect">
            <a:avLst/>
          </a:prstGeom>
          <a:solidFill>
            <a:srgbClr val="1E0A4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075688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Conditional Workflow Routing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3931920" cy="530352"/>
          </a:xfrm>
          <a:prstGeom prst="rect">
            <a:avLst/>
          </a:prstGeom>
          <a:solidFill>
            <a:srgbClr val="1E0A4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697480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603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Reflection-based Corrections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3931920" cy="530352"/>
          </a:xfrm>
          <a:prstGeom prst="rect">
            <a:avLst/>
          </a:prstGeom>
          <a:solidFill>
            <a:srgbClr val="1E0A4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3319272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821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Retry &amp; Recovery Systems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803904"/>
            <a:ext cx="3931920" cy="530352"/>
          </a:xfrm>
          <a:prstGeom prst="rect">
            <a:avLst/>
          </a:prstGeom>
          <a:solidFill>
            <a:srgbClr val="1E0A4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941064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80390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Adaptive AI Execution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46304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SKILLS GAINED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1938528"/>
            <a:ext cx="3931920" cy="530352"/>
          </a:xfrm>
          <a:prstGeom prst="rect">
            <a:avLst/>
          </a:prstGeom>
          <a:solidFill>
            <a:srgbClr val="05202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7488" y="20756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9385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Dynamic Workflow Design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560320"/>
            <a:ext cx="3931920" cy="530352"/>
          </a:xfrm>
          <a:prstGeom prst="rect">
            <a:avLst/>
          </a:prstGeom>
          <a:solidFill>
            <a:srgbClr val="05202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47488" y="26974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5603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LangGraph Routing Logic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3182112"/>
            <a:ext cx="3931920" cy="530352"/>
          </a:xfrm>
          <a:prstGeom prst="rect">
            <a:avLst/>
          </a:prstGeom>
          <a:solidFill>
            <a:srgbClr val="05202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47488" y="331927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1821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Self-healing AI Systems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</a:rPr>
              <a:t>LangGraph | Day 2 — Conditional Routing &amp; Loops  •  Complete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Routing &amp; Loops - Day 2</dc:title>
  <dc:subject>PptxGenJS Presentation</dc:subject>
  <dc:creator>PptxGenJS</dc:creator>
  <cp:lastModifiedBy>PptxGenJS</cp:lastModifiedBy>
  <cp:revision>1</cp:revision>
  <dcterms:created xsi:type="dcterms:W3CDTF">2026-05-28T05:29:53Z</dcterms:created>
  <dcterms:modified xsi:type="dcterms:W3CDTF">2026-05-28T05:29:53Z</dcterms:modified>
</cp:coreProperties>
</file>