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</a:rPr>
              <a:t>DAY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Memory,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Checkpointing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HITL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4D399"/>
                </a:solidFill>
              </a:rPr>
              <a:t>Building Reliable Stateful AI Workflows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05156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A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Memory Systems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55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A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Checkpointing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45973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A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597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Human-in-the-loop (HITL)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16382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A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638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Workflow Recovery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0A0E"/>
          </a:solidFill>
          <a:ln w="12700">
            <a:solidFill>
              <a:srgbClr val="04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 | Day 3 — Memory, Checkpointing &amp; HITL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Workflow Memory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2/10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Stateful AI Workflows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Context Preservation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Continuity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Persistent State Management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Long-running AI Processes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Enterprise Workflow Reliability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Checkpointing Basics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3/10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81328" y="1316736"/>
            <a:ext cx="2834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98648" y="1316736"/>
            <a:ext cx="2834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Save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15968" y="1316736"/>
            <a:ext cx="2834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33288" y="1316736"/>
            <a:ext cx="2834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Save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50608" y="1316736"/>
            <a:ext cx="283464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05156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051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06624" y="969264"/>
            <a:ext cx="36576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713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checkpoint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26864" y="969264"/>
            <a:ext cx="36576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713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checkpoint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196596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19659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What is Checkpointing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96596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96596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19659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Saving Workflow State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292608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Intermediate State Storage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92608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292608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Failure Recovery Support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38862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38862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Workflow Continuation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38862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886200"/>
            <a:ext cx="64008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8862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Reliable Execution Systems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Persistence in LangGraph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4/10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Persistent State Storage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Long-term Workflow Tracking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Database-backed State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Durable Workflow Execution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Session Continuity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Scalable AI Applications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Human-in-the-Loop (HITL)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5/10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1408" y="1472184"/>
            <a:ext cx="23774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0515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⏸ Pause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Wait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472184"/>
            <a:ext cx="23774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515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0528" y="1472184"/>
            <a:ext cx="237744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0515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051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Resume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317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3317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Human-supervised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3317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3317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Approval-based Systems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461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2461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Manual Decision Validation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2461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2461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Human Guidance in Workflows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605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605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1605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Controlled AI Execution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1605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160520"/>
            <a:ext cx="64008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16052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Safer AI 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Interrupt Mechanisms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6/10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Interrupts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Pausing AI Execution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Human Approval Points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Runtime Workflow Control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Dynamic Intervention Systems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Interactive AI Processes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State Recovery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7/10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143560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0515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Failure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41648" y="143560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0515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💾 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1888" y="143560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515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🔁 Restore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82128" y="1435608"/>
            <a:ext cx="-47548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515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051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Continue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1945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1945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1945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Workflow Recovery Mechanisms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1945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1945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1945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Resume from Checkpoints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089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1089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Failure Handling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1089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1089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1089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State Restoration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40233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023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40233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Reliable AI Continuation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0233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4023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02336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Fault-tolerant Systems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1A"/>
          </a:solidFill>
          <a:ln w="12700">
            <a:solidFill>
              <a:srgbClr val="0F2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Approval Workflow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8/10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25880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Human Approval Pipelines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1325880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170432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Multi-step Validation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12848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441448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Decision Routing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12848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441448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286000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Escalation Mechanisms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28416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557016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Enterprise Governance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328416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328416"/>
            <a:ext cx="64008" cy="9144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557016"/>
            <a:ext cx="457200" cy="457200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3401568"/>
            <a:ext cx="3200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Secure Workflow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10"/>
          </a:solidFill>
          <a:ln w="12700">
            <a:solidFill>
              <a:srgbClr val="0A1F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Practical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9/10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</a:rPr>
              <a:t>Hands-on Activities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Checkpoint Save &amp; Restore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6916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53619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HITL Interrupt Lab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Workflow Pause &amp; Resume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578608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80720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65176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State Recovery Testing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694176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Human Approval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694176"/>
            <a:ext cx="4114800" cy="914400"/>
          </a:xfrm>
          <a:prstGeom prst="rect">
            <a:avLst/>
          </a:prstGeom>
          <a:solidFill>
            <a:srgbClr val="0A201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3922776"/>
            <a:ext cx="457200" cy="45720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F1A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767328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Persistent Workflow Practice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Mini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10/10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Approval Workflow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3931920" cy="530352"/>
          </a:xfrm>
          <a:prstGeom prst="rect">
            <a:avLst/>
          </a:prstGeom>
          <a:solidFill>
            <a:srgbClr val="061F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075688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Human Approval Integration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3931920" cy="530352"/>
          </a:xfrm>
          <a:prstGeom prst="rect">
            <a:avLst/>
          </a:prstGeom>
          <a:solidFill>
            <a:srgbClr val="061F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697480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Checkpoint-based Recovery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3931920" cy="530352"/>
          </a:xfrm>
          <a:prstGeom prst="rect">
            <a:avLst/>
          </a:prstGeom>
          <a:solidFill>
            <a:srgbClr val="061F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3319272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Interrupt-driven Execution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3931920" cy="530352"/>
          </a:xfrm>
          <a:prstGeom prst="rect">
            <a:avLst/>
          </a:prstGeom>
          <a:solidFill>
            <a:srgbClr val="061F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941064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039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Persistent Workflow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SKILLS GAINED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938528"/>
            <a:ext cx="3931920" cy="530352"/>
          </a:xfrm>
          <a:prstGeom prst="rect">
            <a:avLst/>
          </a:prstGeom>
          <a:solidFill>
            <a:srgbClr val="03141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7488" y="20756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9385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HITL Workflow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560320"/>
            <a:ext cx="3931920" cy="530352"/>
          </a:xfrm>
          <a:prstGeom prst="rect">
            <a:avLst/>
          </a:prstGeom>
          <a:solidFill>
            <a:srgbClr val="03141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26974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56032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LangGraph Checkpointing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182112"/>
            <a:ext cx="3931920" cy="530352"/>
          </a:xfrm>
          <a:prstGeom prst="rect">
            <a:avLst/>
          </a:prstGeom>
          <a:solidFill>
            <a:srgbClr val="03141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331927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1821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Reliable Stateful AI Systems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LangGraph | Day 3 — Memory, Checkpointing &amp; HITL  •  Complete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Memory, Checkpointing &amp; HITL - Day 3</dc:title>
  <dc:subject>PptxGenJS Presentation</dc:subject>
  <dc:creator>PptxGenJS</dc:creator>
  <cp:lastModifiedBy>PptxGenJS</cp:lastModifiedBy>
  <cp:revision>1</cp:revision>
  <dcterms:created xsi:type="dcterms:W3CDTF">2026-05-28T05:31:59Z</dcterms:created>
  <dcterms:modified xsi:type="dcterms:W3CDTF">2026-05-28T05:31:59Z</dcterms:modified>
</cp:coreProperties>
</file>