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Systems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Advanced AI Retrieval Pipelines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Search, Re-ranking &amp; Query Transformation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72491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24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Systems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Transformation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 of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Retrieval Systems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Retrieval Systems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Search Pipelines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AI Retrieval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Systems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Workflows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 in LlamaIndex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Knowledge Navigation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Architecture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Query-based Retrieval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Fetching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Access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Knowledge Navigation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Search Strategies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Hybrid Retrieval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Semantic 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Search Strategies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Retrieval Accuracy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Search Results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Retrieval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Systems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Optimization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Re-ranking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Result Prioritization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Ranking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Optimization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Retrieval Results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Controls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Search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Filtering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Source-based Retrieval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Filtering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Controls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Governance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Transformation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Retrieval Pipelines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Expansion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Understanding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Optimization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Query Processing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Retrieval Pipelines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Retrieval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Retrieval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Pipelines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Workflows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Metadata-aware Systems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Query Handling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Retrieval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Retriever Lab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 Queries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Experiments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Transformation Testing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 Practice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Optimization Exercises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Advanced Retrieval Engine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Support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Metadata-aware Retrieval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Re-ranking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12464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12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Transformation Pipeline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Retrieval Design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Retrieval Systems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Architecture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2026-05-28T05:37:42Z</dcterms:created>
  <dcterms:modified xsi:type="dcterms:W3CDTF">2026-05-28T05:37:42Z</dcterms:modified>
</cp:coreProperties>
</file>