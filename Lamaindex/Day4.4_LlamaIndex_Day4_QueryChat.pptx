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 &amp;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Engine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Conversational RAG Systems with LlamaIndex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72491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24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Engines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Memory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94576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Responses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 of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Query Engines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Retrieval-based Response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Query Engine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Retrieval-based Response Generation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Querying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Search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Information Access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Query Workflow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Processing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Integration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Fetching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Synthesis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Generation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Query Workflow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Synthesis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AI Outputs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Retrieved Context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Final Responses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Answering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Synthesis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 Generation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AI Outputs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Engines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Chat Engine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Systems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Query Handling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Retention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User Interaction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Memory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Conversations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Integration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Tracking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Conversations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Context Retention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Responses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Workflow Management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 vs Chat Engine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Comparisons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Query Processing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Interactions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vs Stateful Systems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Comparisons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Flow Differences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Applications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7 of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RAG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Conversational 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Conversation Memory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Chat Systems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User Sessions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Query Routing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Interactions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Conversational 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QueryEngine vs ChatEngine Testing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Integration Lab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Workflow Practice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Synthesis Experiments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Chat Testing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Interaction 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Conversational RAG Chatbot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AI Interaction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12464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124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Retrieval Pipeline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 Development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Design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Chat Systems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10 of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2026-05-28T05:39:44Z</dcterms:created>
  <dcterms:modified xsi:type="dcterms:W3CDTF">2026-05-28T05:39:44Z</dcterms:modified>
</cp:coreProperties>
</file>