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Systems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Enterprise-grade AI Knowledge Architectures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21762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Retrieval, GraphRAG &amp; Router Query Engines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97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Retrieval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Query Engines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94576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Systems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 of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Advanced RAG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Retrieval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Advanced RAG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Retrieval Systems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Query Processing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Architectures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AI Pipelines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Retrieval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Retrieval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Retrieval Pipelines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Retrieval Workflow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Information Access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Expansion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Data Retrieval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Knowledge Navigation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Retrieval Pipelines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Query Engine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Retrieval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Router Query Engine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Query Routing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Retriever Selection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Classification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Search Handling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Retrieval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Querying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Knowledge Access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Multiple Documents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Context Retrieval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Knowledge Access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AI Responses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 Pipelines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Aggregation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AI Reasoning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GraphRAG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Integration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Relationship-aware Retrieval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Data Navigation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AI Reasoning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Context Understanding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Infrastructure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Pipelines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Retrieval Systems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Vector Databases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Routing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 Layers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AI Infrastructure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Retrieval Workflows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Optimization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Pipelines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Query Processing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Router-based Execution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Response Generation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Context Selection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Query Engine Lab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Querying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Retrieval Testing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Exploration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Routing Practice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Workflow Design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Enterprise-grade RAG Assistant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Query Routing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Retrieval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Search Pipelines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12464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124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Knowledge System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Architecture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Retrieval Design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Knowledge Systems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10 of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2026-05-28T05:41:28Z</dcterms:created>
  <dcterms:modified xsi:type="dcterms:W3CDTF">2026-05-28T05:41:28Z</dcterms:modified>
</cp:coreProperties>
</file>