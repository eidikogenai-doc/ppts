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Indexing &amp;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Persistent RAG Systems with LlamaIndex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724912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249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Pipelines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94576" y="32461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RAG Architectures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 of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Embeddings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Representation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Embeddings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Representation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Text-to-Vector Conversion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Understanding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Similarity-based Search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Knowledge Retrieval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2 of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Pipelines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Embedding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 Workflow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 Pipelines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Embedding Creation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Enrichment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Data Transformation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Embedding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3 of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VectorStoreIndex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VectorStoreIndex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Vector-based Document Storage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Architecture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Retrieval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Construction Workflow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StorageContext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Data Management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StorageContext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Persistent Storage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Storage Handling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Persistence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Coordination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Data Management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5 of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in LlamaIndex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RAG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Index Storage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&amp; Reloading Indexes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RAG Systems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Data Retention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AI Pipelines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Retrieval Systems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6 of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Architectures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Storage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 Systems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Storage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Integration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 Pipelines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Retrieval Infrastructure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Storage Design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7 of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RAG Systems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868680"/>
            <a:ext cx="2377440" cy="27432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Workflows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Knowledge Bases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37160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Reloadable AI Pipelines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Query Processing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46888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Retrieval Systems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AI Applications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66160"/>
            <a:ext cx="41605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66160"/>
            <a:ext cx="64008" cy="9144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661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RAG Workflows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8 of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Persist Index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53619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536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and Query Index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Pipeline Testing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254203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54203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5420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Experiments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StorageContext Integration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3547872"/>
            <a:ext cx="416052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547872"/>
            <a:ext cx="64008" cy="8686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Workflow Practice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9 of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28600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Persistent RAG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Index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Reloadable Knowledge 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Support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12464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1246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Retrieval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6304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463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Persistence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212848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212848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21284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Pipeline Design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2962656"/>
            <a:ext cx="4160520" cy="658368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962656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29626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RAG Architecture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</a:rPr>
              <a:t>Slide 10 of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2026-05-28T05:35:48Z</dcterms:created>
  <dcterms:modified xsi:type="dcterms:W3CDTF">2026-05-28T05:35:48Z</dcterms:modified>
</cp:coreProperties>
</file>