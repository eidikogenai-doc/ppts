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Ingestion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Enterprise-grade RAG Pipelines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24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Fundamentals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Pipelines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Retrieval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LlamaIndex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Data Framework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LlamaIndex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LlamaIndex Exists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Data Framework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Systems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Orchestration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LlamaIndex Components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Pipelines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Systems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Interfaces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Integration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 LlamaIndex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Handling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Data Support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Unstructured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Document Processing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Pipelines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Chunking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Nodes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Splitting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Preservation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Retrieval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Enrichment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Tagging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Enrichment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Filtering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Retrieval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Knowledge Pipelines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Ingestion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Parsing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Knowledge Pipelines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Ingestion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RAG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Processing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Pipelines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Updates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Bases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RAG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SimpleDirectoryReader Lab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Parser Customization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Testing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Pipeline Practice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Experiments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Optimization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Multi-document Ingestion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Document Loading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Chunking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Enrichment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Pipelines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Fundamentals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Design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RAG Architecture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2026-05-28T05:32:56Z</dcterms:created>
  <dcterms:modified xsi:type="dcterms:W3CDTF">2026-05-28T05:32:56Z</dcterms:modified>
</cp:coreProperties>
</file>