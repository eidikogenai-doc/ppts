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Core Components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Intelligent LLM Applications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31089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18304" y="31089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&amp; Retrievers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94576" y="31089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94576" y="3108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Memory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8C0"/>
                </a:solidFill>
              </a:rPr>
              <a:t>Slide 1 of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LangChain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Framework 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LangChain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LangChain Exists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 Framework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Development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AI Components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Applications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LangChain Components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Architecture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Orchestration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— Expression Language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Composition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LCEL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Composition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AI Logic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Workflow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Prompt Templates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Prompting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Design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AI Components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in LangChain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Chains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Workflows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AI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Processing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Execution 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 &amp; Knowledge Access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Knowledge Access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Fetching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Memory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Formatting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AI Responses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 &amp; Mini Project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544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Environment Setup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402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40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LCEL Chain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 Testing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15544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5544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LangChain App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5544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Fundamentals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2402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2402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2402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Workflow Design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83464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926080"/>
            <a:ext cx="64008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Development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2026-05-27T10:33:33Z</dcterms:created>
  <dcterms:modified xsi:type="dcterms:W3CDTF">2026-05-27T10:33:33Z</dcterms:modified>
</cp:coreProperties>
</file>