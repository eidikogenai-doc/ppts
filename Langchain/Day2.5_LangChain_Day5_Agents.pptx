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Streaming &amp;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Production-ready AI Agent Systems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72491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24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94576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 of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Agents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Systems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AI Agents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Systems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Decision Making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Task Execution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Applications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2 of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 Framework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 Framework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Process Generation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Action-based Execution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Handling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AI Reasoning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Workflow Loops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3 of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in Agents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Action Execution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Access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Information Retrieval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Action Execution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Agent Workflows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Programming Basics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Execution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Async Programming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Task Execution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Operations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API Responses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Systems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AI Services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5 of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AI Responses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Interactions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Responses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User Interactions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APIs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Experience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AI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6 of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&amp; Event Handling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Monitoring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Functions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Event Tracking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Monitoring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Event Handling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Execution Tracking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Workflow Updates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7 of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Testing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Reliability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 Logging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Tracking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AI Workflows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AI Pipelines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Production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8 of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with Tools Lab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Streaming API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Practice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Response Testing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 Setup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Workflow Testing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9 of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Production AI Agent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Tool-enabled AI Agent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Responses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API Support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12464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124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Deployment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Development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API Integration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Engineering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10 of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2026-05-27T10:46:39Z</dcterms:created>
  <dcterms:modified xsi:type="dcterms:W3CDTF">2026-05-27T10:46:39Z</dcterms:modified>
</cp:coreProperties>
</file>