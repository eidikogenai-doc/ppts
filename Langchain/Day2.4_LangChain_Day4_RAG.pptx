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LangChain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Enterprise AI Retrieval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Production AI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24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Chatbots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RAG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Generation Workflow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Knowledge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Hallucinations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Applications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 Loaders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Loaders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 Loading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Pipelines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 Handling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 Processing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Text Splitting is Important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Text Splitting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Chunks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Preservation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Retrieval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in RAG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Representation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Vector-based Retrieval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Matching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 in LangChain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Architecture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Fetching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Pipelines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Search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Vector Stores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DB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Overview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Vector Search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Storage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 Generation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Workflow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 Pipeline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Retrieval Lab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Experiments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Workflow Practice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Knowledge Retrieval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Enterprise Document Chatbot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Question Answering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Search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Information Retrieval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Development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Retrieval Systems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Chatbot Design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2026-05-27T10:43:49Z</dcterms:created>
  <dcterms:modified xsi:type="dcterms:W3CDTF">2026-05-27T10:43:49Z</dcterms:modified>
</cp:coreProperties>
</file>