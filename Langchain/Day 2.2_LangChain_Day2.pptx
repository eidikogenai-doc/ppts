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Templates, Models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Chains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240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Dynamic AI Workflows with LangChain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26974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69748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6974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2461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42032" y="32461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 Chains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18304" y="32461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8304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94576" y="32461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94576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AI Pipelines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1 of 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Prompt Templates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Prompt Templates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Prompt Generation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Prompt Structures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Variable Injection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AI Instructions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Prompt Management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2 of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PromptTemplate &amp; ChatPromptTemplate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Types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PromptTemplate Basics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ChatPromptTemplate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&amp; User Messages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Conversations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Formatting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Design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3 of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Prompting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Example-based Learning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Templates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Example-based Learning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Context-guided Responses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Optimization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AI Accuracy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4 of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in LangChain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Workflows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Chains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Workflow Execution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Processing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&amp; Output Flow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Automation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Workflow Design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5 of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RunnableSequence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 Integration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RunnableSequence Basics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Execution Flow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Data Processing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Chained AI Operations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Coordination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 Integration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6 of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RunnableParallel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Processing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Chain Execution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Processing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AI Workflows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Task Execution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AI Pipelines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7 of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Chains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Pipelines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Workflow Routing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Execution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AI Pipelines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Decision Making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Workflow Handling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AI Architectures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8 of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Labs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8404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Activities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53619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53619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53619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Multi-step Chains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53619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53619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53619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Runnable Testing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54203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54203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54203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Execution Practice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54203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54203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54203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Prompt Experiments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4787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4787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4787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Debugging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4787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4787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4787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Optimization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9 of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— Multi-step Workflow App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4160520" cy="38404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8755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463040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46304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 Integration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212848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12848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21284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AI Chains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962656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962656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96265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Workflow Execution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712464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712464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712464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Task Handling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987552"/>
            <a:ext cx="41605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98755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09160" y="1463040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1463040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146304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Chain Development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2212848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2212848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221284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 Workflows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09160" y="2962656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2962656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296265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Prompt Engineering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10 of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2026-05-27T10:37:22Z</dcterms:created>
  <dcterms:modified xsi:type="dcterms:W3CDTF">2026-05-27T10:37:22Z</dcterms:modified>
</cp:coreProperties>
</file>