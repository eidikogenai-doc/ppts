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Basics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Scalable AI Applications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32918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32918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APIs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12280" y="329184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32918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Systems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· AI Engineering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Production AI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Production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Systems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Architecture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API-driven AI Applications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 Challenges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 Reliability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Fundamentals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FastAPI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Development Basics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Concepts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&amp; Response Handling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Python APIs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Backend Development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Programming Basics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Async Programming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Request Handling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Functions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Execution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API Performance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AI Services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AI Responses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Basics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Responses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Interactions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User Experience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API Architecture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Error Handling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Logging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Techniques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Failures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AI Systems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 &amp; Monitoring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Observability Basics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Tracking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Response Analysis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Health Monitoring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Analytics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Infrastructure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Basics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Overview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Pipelines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On-prem Deployment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Infrastructure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&amp; AI Evaluation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41248"/>
            <a:ext cx="1097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Basics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05156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105156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Mechanisms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3172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46904" y="233172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Evaluation Basics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36576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Quality Testing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00600" y="3611880"/>
            <a:ext cx="397764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00600" y="3611880"/>
            <a:ext cx="64008" cy="10789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46904" y="3611880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228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 &amp; Mini Project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51560"/>
            <a:ext cx="2697480" cy="3520440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51560"/>
            <a:ext cx="2697480" cy="43891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05156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Labs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276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API Creation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Streaming Response API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12724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Deployment Testing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1051560"/>
            <a:ext cx="2697480" cy="352044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051560"/>
            <a:ext cx="269748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05156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16276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Production-ready Chatbot API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0760" y="1051560"/>
            <a:ext cx="2697480" cy="352044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051560"/>
            <a:ext cx="269748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51560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62763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FastAPI Development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AI Deployment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3127248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Production AI Engineering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AI Engineering ·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2026-05-27T10:37:03Z</dcterms:created>
  <dcterms:modified xsi:type="dcterms:W3CDTF">2026-05-27T10:37:03Z</dcterms:modified>
</cp:coreProperties>
</file>