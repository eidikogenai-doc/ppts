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65760"/>
            <a:ext cx="1280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365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&amp;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Intelligent AI Interactions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188720"/>
            <a:ext cx="2331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1887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LLM APIs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847088"/>
            <a:ext cx="2331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84708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505456"/>
            <a:ext cx="2331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25054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Structured Outputs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3163824"/>
            <a:ext cx="2331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316382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Communication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663440"/>
            <a:ext cx="8503920" cy="36576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LLM APIs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78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is an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441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Interface connecting your app to AI models via HTTP requests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6868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978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 Lifecycle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3441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Auth → Request → Processing → Response → Error handling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6868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9784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Request &amp;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34416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JSON payloads carrying prompts in, completions 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8892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898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Communication Flow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2644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Client → Gateway → Model → Token stream → Client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8892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310128" y="2898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Model Interaction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2644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Stateless calls with full context on every request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8892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8892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28986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Real-world Usage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26440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Chatbots, search, summarization, code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Chat Models vs Completion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34840" y="822960"/>
            <a:ext cx="274320" cy="40233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4343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VS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23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Chat-based Models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1463040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Multi-turn conversation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975104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" y="1975104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975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Maintains context via messages[]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" y="2487168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487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Roles: system / user / assistant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" y="2999232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999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GPT-4, Claude, Gemini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" y="3511296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511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Ideal for agents &amp; dialogue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822960"/>
            <a:ext cx="4023360" cy="4754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8229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Completion-based Models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901184" y="1463040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Single prompt → single output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975104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4901184" y="1975104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74920" y="1975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No built-in memory/context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2487168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01184" y="2487168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74920" y="24871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Text-in → text-out pattern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2999232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4901184" y="2999232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74920" y="29992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GPT-3, Davinci, older models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511296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901184" y="3511296"/>
            <a:ext cx="396849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074920" y="35112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Great for one-shot tasks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in LLM Communication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887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554480" y="822960"/>
            <a:ext cx="7223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822960"/>
            <a:ext cx="722376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914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Sets AI behavior, persona &amp; constraints.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Runs before every conversation.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1417320"/>
            <a:ext cx="694944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4173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helpful coding assistant. Always respond in Python."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118872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19456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2194560"/>
            <a:ext cx="7223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54480" y="2194560"/>
            <a:ext cx="72237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691640" y="2286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The human's message or question.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Triggers the model to respond.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2788920"/>
            <a:ext cx="694944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83080" y="27889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function to reverse a string in Python."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66160"/>
            <a:ext cx="11887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566160"/>
            <a:ext cx="1188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ASSISTANT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54480" y="3566160"/>
            <a:ext cx="7223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0" y="3566160"/>
            <a:ext cx="72237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691640" y="36576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Model's generated reply.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Can be pre-seeded to steer output.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4160520"/>
            <a:ext cx="694944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83080" y="41605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 reverse_string(s): return s[::-1]"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Structured Outputs &amp; JSON Mode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7782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Structured Responses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Force model output into predictable formats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618488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18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733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JSON Output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Set response_format: { type: "json_object"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414016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Schema-based Responses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Define exact keys &amp; value types expected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09544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09544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644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Formatting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Arrays, nested objects, enums — fully supported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005072"/>
            <a:ext cx="4572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005072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599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 Response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32511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Validate with Zod, Pydantic, or JSON Schema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822960"/>
            <a:ext cx="3749040" cy="3977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868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JSON Mode Example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1261872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"gpt-4",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"response_format":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"json_object"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"system",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"Return JSON only"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"user",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 "Extract name &amp; age"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Streaming &amp; Real-time Responses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41732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1298448"/>
            <a:ext cx="2743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914400"/>
            <a:ext cx="14173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914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298448"/>
            <a:ext cx="2743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49040" y="914400"/>
            <a:ext cx="141732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914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Arrives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1298448"/>
            <a:ext cx="2743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40680" y="914400"/>
            <a:ext cx="141732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914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Arrives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298448"/>
            <a:ext cx="27432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914400"/>
            <a:ext cx="141732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91440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57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Key Benefits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688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Faster UX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28163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Users see text appear instantly, not wait for full response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688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Progressive Rendering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28163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Stream tokens to UI as server-sent events (SSE)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474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529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Interruptible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" y="38221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Cancel mid-stream if user navigates away or stops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7472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873752" y="3529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Live Chat Apps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38221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Powers ChatGPT-style typing effect in web apps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 Engineering Fundamentals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Prompt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Structure your prompt with clear context, instruction, and output format specifications.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229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0352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Clear Instructions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2618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Be explicit — ambiguity leads to unpredictable outputs. Use action verbs and constraints.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1945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Context-aware Prompting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633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Include all relevant background info the model needs — it has no memory between calls.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1945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Response Optimization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633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Specify length, tone, format (JSON, markdown, list) to shape the output.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661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5661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Prompt Templates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050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Build reusable templates with variables: {topic}, {language}, {audience}.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566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5661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356616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0352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Behavior Control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0050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system prompts to lock persona, restrict topics, and enforce output style.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Advanced Prompting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9144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Zero-shot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527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No examples given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Ask directly — best for simple tasks where the model needs no guidance.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9144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Few-shot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2527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2–5 examples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5544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Provide sample Q&amp;A pairs to pattern-match complex or novel formats.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229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9144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Chain of Thought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2527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"Think step by step"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5544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Elicits reasoning traces, dramatically improves multi-step problems.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971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" y="33101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Reason + Act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6118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Interleave thinking with tool calls: Thought → Action → Observation.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2971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10128" y="33101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Role assignment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0128" y="36118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Use "You are an expert X" to tune tone, depth, and domain knowledge.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297180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Structured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6208" y="331012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</a:rPr>
              <a:t>Output schema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61188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Constrain output to JSON, XML, or markdown tables for reliable parsing.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Safety &amp; Guardrails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⚠  Threat Vectors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207008"/>
            <a:ext cx="64008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207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Prompt Injection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Malicious input overrides system instructions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0008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2414016"/>
            <a:ext cx="64008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24140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Jailbreaking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27797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Crafted prompts bypass content filters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557016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557016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0" y="3621024"/>
            <a:ext cx="6400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3621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675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Leakage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986784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System prompt or training data exposed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✓  Best Practice Guardrails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1430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143000"/>
            <a:ext cx="4069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261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Sanitize &amp; length-limit all user inputs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350008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2350008"/>
            <a:ext cx="4069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 Filtering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7797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Post-process responses with rule-based filters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3557016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557016"/>
            <a:ext cx="4069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6758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Rate Limiting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398678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Prevent abuse and runaway API costs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Responsible AI Systems = Input Validation + Output Filtering + Rate Limiting + Human Oversight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Practical Labs &amp; Mini Project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🔬  Practical Labs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167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Prompt Playground — experiment with zero/few-shot prompts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751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Prompt Comparison App — A/B test outputs across models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0690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868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🚀  Mini Project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2801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Resume Reviewer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664208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Upload a resume → AI extracts skills, scores sections, suggests improvements using structured JSON output.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31272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Skills Gained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26517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66160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Integration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3566160"/>
            <a:ext cx="26517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356616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Prompt Optimization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3566160"/>
            <a:ext cx="265176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56616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Structured AI Applications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APIs &amp; Prompt Engineering - Day 2</dc:title>
  <dc:subject>PptxGenJS Presentation</dc:subject>
  <dc:creator>PptxGenJS</dc:creator>
  <cp:lastModifiedBy>PptxGenJS</cp:lastModifiedBy>
  <cp:revision>1</cp:revision>
  <dcterms:created xsi:type="dcterms:W3CDTF">2026-05-27T10:19:11Z</dcterms:created>
  <dcterms:modified xsi:type="dcterms:W3CDTF">2026-05-27T10:19:11Z</dcterms:modified>
</cp:coreProperties>
</file>